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TRANSACTION ANOMALY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6C63FF"/>
                </a:solidFill>
              </a:rPr>
              <a:t>ML Pipeline v2.0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AAB4C8"/>
                </a:solidFill>
              </a:rPr>
              <a:t>IsolationForest  ·  FastAPI  ·  Playwright  ·  APScheduler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AAB4C8"/>
                </a:solidFill>
              </a:rPr>
              <a:t>Built autonomously by Claude Code (Sonnet 4.6)  ·  2026-04-16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AB4C8"/>
                </a:solidFill>
              </a:rPr>
              <a:t>Financial transactions require real-time anomaly detection to prevent fraud and protect customers.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94560"/>
            <a:ext cx="2468880" cy="20116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228600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Transactions
Analysed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1546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4C8"/>
                </a:solidFill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2194560"/>
            <a:ext cx="2468880" cy="20116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228600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59E0B"/>
                </a:solidFill>
              </a:rPr>
              <a:t>Anomaly Rate
(2/5 flagged)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31546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4C8"/>
                </a:solidFill>
              </a:rPr>
              <a:t>40%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194560"/>
            <a:ext cx="2468880" cy="20116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28600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EF4444"/>
                </a:solidFill>
              </a:rPr>
              <a:t>Highest
Anomalous Txn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1546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4C8"/>
                </a:solidFill>
              </a:rPr>
              <a:t>$9,999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2194560"/>
            <a:ext cx="2468880" cy="20116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228600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0B981"/>
                </a:solidFill>
              </a:rPr>
              <a:t>Merchants
Tracked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31546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4C8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54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4C8"/>
                </a:solidFill>
              </a:rPr>
              <a:t>Categories: retail · electronics · food  |  Merchants: MCC001, MCC002, MCC003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PIPELINE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37160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71600" cy="3200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898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72A"/>
                </a:solidFill>
              </a:rPr>
              <a:t>Stage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Ingest
&amp; Validate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9202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AAB4C8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1371600"/>
            <a:ext cx="137160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03120" y="1371600"/>
            <a:ext cx="1371600" cy="32004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0" y="13898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72A"/>
                </a:solidFill>
              </a:rPr>
              <a:t>Stage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173736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Features
+ EDA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9202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AAB4C8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49039" y="1371600"/>
            <a:ext cx="137160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9039" y="1371600"/>
            <a:ext cx="1371600" cy="320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39" y="13898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72A"/>
                </a:solidFill>
              </a:rPr>
              <a:t>Stage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173736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Train
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19202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AAB4C8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94960" y="1371600"/>
            <a:ext cx="137160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94960" y="1371600"/>
            <a:ext cx="1371600" cy="3200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13898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72A"/>
                </a:solidFill>
              </a:rPr>
              <a:t>Stage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173736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Tests
8/8 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9202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AAB4C8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1371600"/>
            <a:ext cx="137160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040880" y="1371600"/>
            <a:ext cx="1371600" cy="32004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0" y="13898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72A"/>
                </a:solidFill>
              </a:rPr>
              <a:t>Stage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173736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FastAPI
Dashboard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19202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AAB4C8"/>
                </a:solidFill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86800" y="1371600"/>
            <a:ext cx="137160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686800" y="1371600"/>
            <a:ext cx="1371600" cy="3200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13898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72A"/>
                </a:solidFill>
              </a:rPr>
              <a:t>Stage 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173736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Playwright
E2E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19202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AAB4C8"/>
                </a:solidFill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20" y="1371600"/>
            <a:ext cx="137160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332720" y="1371600"/>
            <a:ext cx="1371600" cy="320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332720" y="13898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72A"/>
                </a:solidFill>
              </a:rPr>
              <a:t>Stage 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32720" y="173736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Scheduler
Nightly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3108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AB4C8"/>
                </a:solidFill>
              </a:rPr>
              <a:t>data/raw/transactions.csv  →  clean.parquet  →  features.parquet  →  pipeline_model.pkl  →  :8000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36576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AB4C8"/>
                </a:solidFill>
              </a:rPr>
              <a:t>Git + GitHub  ·  JIRA (TAD project)  ·  Confluence (CR space)  ·  PowerPoint Presentation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DATA QUALITY &amp;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</a:rPr>
              <a:t>Quality Checks (10/10 Passed)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</a:rPr>
              <a:t>✓ required_columns_present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</a:rPr>
              <a:t>✓ no_duplicate_ids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</a:rPr>
              <a:t>✓ amount_positive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</a:rPr>
              <a:t>✓ amount_realistic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</a:rPr>
              <a:t>✓ is_anomaly_binary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03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</a:rPr>
              <a:t>✓ no_nulls_in_key_cols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103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</a:rPr>
              <a:t>✓ timestamp_parseable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03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</a:rPr>
              <a:t>✓ category_non_empty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103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</a:rPr>
              <a:t>✓ merchant_id_non_null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2103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</a:rPr>
              <a:t>✓ both_classes_present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097280"/>
            <a:ext cx="18288" cy="4572000"/>
          </a:xfrm>
          <a:prstGeom prst="rect">
            <a:avLst/>
          </a:prstGeom>
          <a:solidFill>
            <a:srgbClr val="AAB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6C63FF"/>
                </a:solidFill>
              </a:rPr>
              <a:t>Engineered Features (9 total)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Temporal (4)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0574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8"/>
                </a:solidFill>
              </a:rPr>
              <a:t>hour_of_day, day_of_week, is_weekend, is_business_hours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560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Amount (3)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8803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8"/>
                </a:solidFill>
              </a:rPr>
              <a:t>amount_log, amount_zscore, is_high_value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383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Categorical (1)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7033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8"/>
                </a:solidFill>
              </a:rPr>
              <a:t>category_encoded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206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Merchant (1)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526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8"/>
                </a:solidFill>
              </a:rPr>
              <a:t>merchant_txn_count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MODEL PERFORMANCE — ISOLATIONFOREST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22860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10B981"/>
                </a:solidFill>
              </a:rPr>
              <a:t>1.0000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AB4C8"/>
                </a:solidFill>
              </a:rPr>
              <a:t>Precision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0" y="1280160"/>
            <a:ext cx="22860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146304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59E0B"/>
                </a:solidFill>
              </a:rPr>
              <a:t>0.5000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AB4C8"/>
                </a:solidFill>
              </a:rPr>
              <a:t>Recall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280160"/>
            <a:ext cx="22860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46304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6C63FF"/>
                </a:solidFill>
              </a:rPr>
              <a:t>0.6667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AB4C8"/>
                </a:solidFill>
              </a:rPr>
              <a:t>F1 Score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23960" y="1280160"/>
            <a:ext cx="22860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23960" y="146304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10B981"/>
                </a:solidFill>
              </a:rPr>
              <a:t>0.8333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AB4C8"/>
                </a:solidFill>
              </a:rPr>
              <a:t>ROC-AUC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474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Best Hyperparameters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840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4C8"/>
                </a:solidFill>
              </a:rPr>
              <a:t>n_estimators: 50  ·  max_samples: auto  ·  contamination: 0.1  ·  RandomizedSearchCV (10 iter)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10B981"/>
                </a:solidFill>
              </a:rPr>
              <a:t>High precision (0) false positives — all flagged transactions are true anomalies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LIVE API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92608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C63FF"/>
                </a:solidFill>
              </a:rPr>
              <a:t>GET 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1261872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4C8"/>
                </a:solidFill>
              </a:rPr>
              <a:t>Tailwind HTML dashboard — live predictions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93392"/>
            <a:ext cx="292608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3911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C63FF"/>
                </a:solidFill>
              </a:rPr>
              <a:t>POST /predict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066543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4C8"/>
                </a:solidFill>
              </a:rPr>
              <a:t>Anomaly score for any transaction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98064"/>
            <a:ext cx="292608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84378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C63FF"/>
                </a:solidFill>
              </a:rPr>
              <a:t>GET /health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871215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4C8"/>
                </a:solidFill>
              </a:rPr>
              <a:t>Model loaded status + timestamp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02736"/>
            <a:ext cx="292608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4845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C63FF"/>
                </a:solidFill>
              </a:rPr>
              <a:t>GET /metrics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675887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4C8"/>
                </a:solidFill>
              </a:rPr>
              <a:t>Full model performance JSON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07408"/>
            <a:ext cx="292608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45312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C63FF"/>
                </a:solidFill>
              </a:rPr>
              <a:t>GET /docs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48056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4C8"/>
                </a:solidFill>
              </a:rPr>
              <a:t>Swagger UI auto-documentation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solidFill>
            <a:srgbClr val="10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577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0B981"/>
                </a:solidFill>
              </a:rPr>
              <a:t>http://localhost:8000  ·  Uvicorn ASGI  ·  Tailwind CSS  ·  FastAPI auto-docs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TEST COVERAGE — 14/14 PASSING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B981"/>
                </a:solidFill>
              </a:rPr>
              <a:t>Unit Tests — pytest (8/8)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</a:rPr>
              <a:t>✓ test_model_loads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8424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</a:rPr>
              <a:t>✓ test_metrics_file_exists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6829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</a:rPr>
              <a:t>✓ test_predict_returns_binary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5234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</a:rPr>
              <a:t>✓ test_score_samples_shape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36391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</a:rPr>
              <a:t>✓ test_anomaly_scores_finite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5204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</a:rPr>
              <a:t>✓ test_clean_parquet_schema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04487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</a:rPr>
              <a:t>✓ test_feature_schema_valid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28853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</a:rPr>
              <a:t>✓ test_quality_report_all_checks_passed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097280"/>
            <a:ext cx="18288" cy="5029200"/>
          </a:xfrm>
          <a:prstGeom prst="rect">
            <a:avLst/>
          </a:prstGeom>
          <a:solidFill>
            <a:srgbClr val="AAB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C63FF"/>
                </a:solidFill>
              </a:rPr>
              <a:t>Playwright E2E Tests (6/6)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60020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C63FF"/>
                </a:solidFill>
              </a:rPr>
              <a:t>✓ 01_dashboard_home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162763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AB4C8"/>
                </a:solidFill>
              </a:rPr>
              <a:t>48K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10312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C63FF"/>
                </a:solidFill>
              </a:rPr>
              <a:t>✓ 02_form_filled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213055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AB4C8"/>
                </a:solidFill>
              </a:rPr>
              <a:t>49K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60604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C63FF"/>
                </a:solidFill>
              </a:rPr>
              <a:t>✓ 03_prediction_result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263347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AB4C8"/>
                </a:solidFill>
              </a:rPr>
              <a:t>53K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10896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C63FF"/>
                </a:solidFill>
              </a:rPr>
              <a:t>✓ 04_swagger_docs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313639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AB4C8"/>
                </a:solidFill>
              </a:rPr>
              <a:t>49K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61188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C63FF"/>
                </a:solidFill>
              </a:rPr>
              <a:t>✓ 05_metrics_endpoint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363931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AB4C8"/>
                </a:solidFill>
              </a:rPr>
              <a:t>33K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411480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C63FF"/>
                </a:solidFill>
              </a:rPr>
              <a:t>✓ 06_health_endpoint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414223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AB4C8"/>
                </a:solidFill>
              </a:rPr>
              <a:t>12K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PIPELINE COMPLETE ✓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5486400" cy="8686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</a:rPr>
              <a:t>✅ Stage 0-1 — Data Discovery + Ingest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1051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8"/>
                </a:solidFill>
              </a:rPr>
              <a:t>5 rows · 10/10 checks passed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371600"/>
            <a:ext cx="5486400" cy="8686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41732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</a:rPr>
              <a:t>✅ Stage 2 — Features + EDA + 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81051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8"/>
                </a:solidFill>
              </a:rPr>
              <a:t>9 features · 5 charts · 12 checks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77440"/>
            <a:ext cx="5486400" cy="8686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42316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</a:rPr>
              <a:t>✅ Stage 3 — Model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81635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8"/>
                </a:solidFill>
              </a:rPr>
              <a:t>IsolationForest · F1=0.667 · AUC=0.833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377440"/>
            <a:ext cx="5486400" cy="8686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42316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</a:rPr>
              <a:t>✅ Stage 4 — Unit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81635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8"/>
                </a:solidFill>
              </a:rPr>
              <a:t>8/8 passed · pytest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80"/>
            <a:ext cx="5486400" cy="8686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2900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</a:rPr>
              <a:t>✅ Stage 5-6 — API + E2E Tests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822191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8"/>
                </a:solidFill>
              </a:rPr>
              <a:t>localhost:8000 · 6/6 Playwright passed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383280"/>
            <a:ext cx="5486400" cy="8686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2900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</a:rPr>
              <a:t>✅ Stage 7 — GitHub Push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822191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8"/>
                </a:solidFill>
              </a:rPr>
              <a:t>feature/transaction-anomaly-pipeline branch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89120"/>
            <a:ext cx="5486400" cy="8686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</a:rPr>
              <a:t>✅ Stage 8-9 — JIRA + Confluence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828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8"/>
                </a:solidFill>
              </a:rPr>
              <a:t>TAD-71 epic · 6 tickets · CR space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4389120"/>
            <a:ext cx="5486400" cy="8686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443484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</a:rPr>
              <a:t>✅ Stage 10-11 — Scheduler + Slides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4828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8"/>
                </a:solidFill>
              </a:rPr>
              <a:t>02:00 retrain · 6h drift · 8 slides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