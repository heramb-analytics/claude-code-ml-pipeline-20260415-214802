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Transaction Anomaly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FDBF7"/>
                </a:solidFill>
              </a:rPr>
              <a:t>ML Pipeline  ·  Built with Claude Code  ·  2026-04-15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3C5FD"/>
                </a:solidFill>
              </a:rPr>
              <a:t>End-to-End Autonomous Pipeline — 12 Stages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3A8A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B7280"/>
                </a:solidFill>
              </a:rPr>
              <a:t>•  5 transactions with 40% anomaly rate in sample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B7280"/>
                </a:solidFill>
              </a:rPr>
              <a:t>•  Manual fraud detection is slow, inconsistent, and costly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B7280"/>
                </a:solidFill>
              </a:rPr>
              <a:t>•  Goal: automated real-time anomaly scoring via REST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3A8A"/>
                </a:solidFill>
              </a:rPr>
              <a:t>Data Overview</a:t>
            </a:r>
          </a:p>
        </p:txBody>
      </p:sp>
      <p:pic>
        <p:nvPicPr>
          <p:cNvPr id="4" name="Picture 3" descr="01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303520" cy="3474720"/>
          </a:xfrm>
          <a:prstGeom prst="rect">
            <a:avLst/>
          </a:prstGeom>
        </p:spPr>
      </p:pic>
      <p:pic>
        <p:nvPicPr>
          <p:cNvPr id="5" name="Picture 4" descr="02_feature_correl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303520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</a:rPr>
              <a:t>5 rows  ·  6 raw cols  ·  9 engineered features  ·  40% anomaly rate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3A8A"/>
                </a:solidFill>
              </a:rPr>
              <a:t>Data Pipeline</a:t>
            </a:r>
          </a:p>
        </p:txBody>
      </p:sp>
      <p:pic>
        <p:nvPicPr>
          <p:cNvPr id="4" name="Picture 3" descr="03_missing_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</a:rPr>
              <a:t>Quality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59669"/>
                </a:solidFill>
              </a:rPr>
              <a:t>✓  required_columns_present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965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59669"/>
                </a:solidFill>
              </a:rPr>
              <a:t>✓  no_duplicate_ids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286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59669"/>
                </a:solidFill>
              </a:rPr>
              <a:t>✓  amount_positive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6060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59669"/>
                </a:solidFill>
              </a:rPr>
              <a:t>✓  amount_realistic_range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926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59669"/>
                </a:solidFill>
              </a:rPr>
              <a:t>✓  is_anomaly_binary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246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59669"/>
                </a:solidFill>
              </a:rPr>
              <a:t>✓  no_nulls_in_key_columns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56615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59669"/>
                </a:solidFill>
              </a:rPr>
              <a:t>✓  timestamp_parseable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886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59669"/>
                </a:solidFill>
              </a:rPr>
              <a:t>✓  category_non_empty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206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59669"/>
                </a:solidFill>
              </a:rPr>
              <a:t>✓  merchant_id_non_null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5262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59669"/>
                </a:solidFill>
              </a:rPr>
              <a:t>✓  both_classes_present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3A8A"/>
                </a:solidFill>
              </a:rPr>
              <a:t>Model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3474720" cy="1645920"/>
          </a:xfrm>
          <a:prstGeom prst="rect">
            <a:avLst/>
          </a:prstGeom>
          <a:solidFill>
            <a:srgbClr val="F3F4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</a:rPr>
              <a:t>Accuracy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E3A8A"/>
                </a:solidFill>
              </a:rPr>
              <a:t>60.0%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280160"/>
            <a:ext cx="3474720" cy="1645920"/>
          </a:xfrm>
          <a:prstGeom prst="rect">
            <a:avLst/>
          </a:prstGeom>
          <a:solidFill>
            <a:srgbClr val="F3F4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371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</a:rPr>
              <a:t>F1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8288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E3A8A"/>
                </a:solidFill>
              </a:rPr>
              <a:t>0.00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280160"/>
            <a:ext cx="3474720" cy="1645920"/>
          </a:xfrm>
          <a:prstGeom prst="rect">
            <a:avLst/>
          </a:prstGeom>
          <a:solidFill>
            <a:srgbClr val="F3F4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371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</a:rPr>
              <a:t>ROC-AUC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18288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E3A8A"/>
                </a:solidFill>
              </a:rPr>
              <a:t>0.50</a:t>
            </a:r>
          </a:p>
        </p:txBody>
      </p:sp>
      <p:pic>
        <p:nvPicPr>
          <p:cNvPr id="13" name="Picture 12" descr="04_amoun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108960"/>
            <a:ext cx="10972800" cy="2743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</a:rPr>
              <a:t>Algorithm: XGBoost  ·  Trained on 5 samples (LOO-CV)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3A8A"/>
                </a:solidFill>
              </a:rPr>
              <a:t>Live Dashboard</a:t>
            </a:r>
          </a:p>
        </p:txBody>
      </p:sp>
      <p:pic>
        <p:nvPicPr>
          <p:cNvPr id="4" name="Picture 3" descr="01_dashboard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</a:rPr>
              <a:t>Accessible at http://localhost:8000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3A8A"/>
                </a:solidFill>
              </a:rPr>
              <a:t>Automated Quality Gates</a:t>
            </a:r>
          </a:p>
        </p:txBody>
      </p:sp>
      <p:pic>
        <p:nvPicPr>
          <p:cNvPr id="4" name="Picture 3" descr="03_prediction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486400" cy="4114800"/>
          </a:xfrm>
          <a:prstGeom prst="rect">
            <a:avLst/>
          </a:prstGeom>
        </p:spPr>
      </p:pic>
      <p:pic>
        <p:nvPicPr>
          <p:cNvPr id="5" name="Picture 4" descr="04_swagger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4864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59669"/>
                </a:solidFill>
              </a:rPr>
              <a:t>8 unit tests passed   ·   6 Playwright E2E tests passed   ·   6 screenshots saved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PIPELINE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FDBF7"/>
                </a:solidFill>
              </a:rPr>
              <a:t>Model:       XGBoost — Accuracy: 60.0%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5146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FDBF7"/>
                </a:solidFill>
              </a:rPr>
              <a:t>API:         http://localhost:8000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FDBF7"/>
                </a:solidFill>
              </a:rPr>
              <a:t>GitHub:      github.com/heramb-analytics/claude-code-ml-pipeline-20260415-214802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FDBF7"/>
                </a:solidFill>
              </a:rPr>
              <a:t>Tests:       8 unit  ·  6 Playwright E2E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5720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FDBF7"/>
                </a:solidFill>
              </a:rPr>
              <a:t>Scheduler:   retrain @ 02:00 UTC  ·  drift check every 6h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2578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FDBF7"/>
                </a:solidFill>
              </a:rPr>
              <a:t>Built by:    Claude Code (claude-sonnet-4-6)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