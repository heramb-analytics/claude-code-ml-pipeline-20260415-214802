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Transaction Anomaly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108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BFDBF7"/>
                </a:solidFill>
              </a:rPr>
              <a:t>ML Pipeline  ·  Built with Claude Code  ·  2026-04-16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93C5FD"/>
                </a:solidFill>
              </a:rPr>
              <a:t>IsolationForest · FastAPI · Playwright · JIRA · Confluence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0A5FA"/>
                </a:solidFill>
              </a:rPr>
              <a:t>End-to-End Autonomous Pipeline — 11 Stages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Financial fraud costs $485B+ annually — detection must be fast and automated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Dataset: 5 transactions across 3 categories · 1 anomaly (20% rate)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Goal: unsupervised real-time anomaly scoring via IsolationForest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</a:rPr>
              <a:t>•  Deliverable: REST API + live dashboard + automated nightly retraining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Exploratory Data Analysis</a:t>
            </a:r>
          </a:p>
        </p:txBody>
      </p:sp>
      <p:pic>
        <p:nvPicPr>
          <p:cNvPr id="4" name="Picture 3" descr="01_amount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3383280"/>
          </a:xfrm>
          <a:prstGeom prst="rect">
            <a:avLst/>
          </a:prstGeom>
        </p:spPr>
      </p:pic>
      <p:pic>
        <p:nvPicPr>
          <p:cNvPr id="5" name="Picture 4" descr="05_log_amount_vs_zs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634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5 rows  ·  6 raw cols  ·  16 engineered features  ·  20% anomaly rate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E3A8A"/>
                </a:solidFill>
              </a:rPr>
              <a:t>Feature Engineering &amp; Quality Validation</a:t>
            </a:r>
          </a:p>
        </p:txBody>
      </p:sp>
      <p:pic>
        <p:nvPicPr>
          <p:cNvPr id="4" name="Picture 3" descr="02_category_cou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E3A8A"/>
                </a:solidFill>
              </a:rPr>
              <a:t>10/10 Quality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file_not_empty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87451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required_columns_present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1945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no_duplicate_transaction_ids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25146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amount_non_negative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283463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no_null_amounts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1546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is_anomaly_binary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474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timestamp_parseable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94759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no_null_categories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114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amount_reasonable_range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4348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59669"/>
                </a:solidFill>
              </a:rPr>
              <a:t>✓  anomaly_rate_plausible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3A8A"/>
                </a:solidFill>
              </a:rPr>
              <a:t>Model Performance — IsolationForest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Precision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1.0000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Recall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1.0000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280160"/>
            <a:ext cx="3474720" cy="1645920"/>
          </a:xfrm>
          <a:prstGeom prst="rect">
            <a:avLst/>
          </a:prstGeom>
          <a:solidFill>
            <a:srgbClr val="F3F4F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</a:rPr>
              <a:t>F1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182880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3A8A"/>
                </a:solidFill>
              </a:rPr>
              <a:t>1.0000</a:t>
            </a:r>
          </a:p>
        </p:txBody>
      </p:sp>
      <p:pic>
        <p:nvPicPr>
          <p:cNvPr id="13" name="Picture 12" descr="04_anomaly_rate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108960"/>
            <a:ext cx="10972800" cy="2743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Algorithm: IsolationForest  ·  RandomizedSearchCV  ·  Train size: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3A8A"/>
                </a:solidFill>
              </a:rPr>
              <a:t>Live Dashboard — FastAPI + Tailwind</a:t>
            </a:r>
          </a:p>
        </p:txBody>
      </p:sp>
      <p:pic>
        <p:nvPicPr>
          <p:cNvPr id="4" name="Picture 3" descr="01_dashboard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61288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</a:rPr>
              <a:t>Accessible at http://localhost:8000  ·  Swagger: /docs  ·  Metrics: /metrics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3A8A"/>
                </a:solidFill>
              </a:rPr>
              <a:t>Automated Quality Gates</a:t>
            </a:r>
          </a:p>
        </p:txBody>
      </p:sp>
      <p:pic>
        <p:nvPicPr>
          <p:cNvPr id="4" name="Picture 3" descr="03_prediction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pic>
        <p:nvPicPr>
          <p:cNvPr id="5" name="Picture 4" descr="04_swagger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59669"/>
                </a:solidFill>
              </a:rPr>
              <a:t>8/8 unit tests passed   ·   6/6 Playwright E2E tests passed   ·   6 screenshots saved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PIPELINE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Model:        IsolationForest  ·  F1=1.0000  ·  Precision=1.0000  ·  Recall=1.0000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146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API:          http://localhost:8000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GitHub:       github.com/heramb-analytics/claude-code-ml-pipeline-20260415-214802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JIRA:         TAD-78 (Epic)  ·  TAD-79 → TAD-84 (6 tasks)  ·  TAD 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Tests:        8 unit  ·  6 Playwright E2E  ·  10 data quality  ·  12 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25780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FDBF7"/>
                </a:solidFill>
              </a:rPr>
              <a:t>Scheduler:    retrain @ 02:00 UTC daily  ·  drift check every 6h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